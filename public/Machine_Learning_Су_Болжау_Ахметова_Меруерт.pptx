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Құрметті комиссия мүшелері мен әріптестер! Біздің зерттеу жұмысымыздың тақырыбы — «Machine Learning және Deep Learning көмегімен Қазақстандағы ауыл шаруашылығы дақылдарына қажетті су мөлшерін болжау». Орындағандар: Ахметова Меруерт, Әділқасын Аяжан. Жасанды Интеллект институты, Information Systems мамандығы, Қорқыт Ата атындағы университет.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Зерттеудің өзектілігі: Қазақстанда ауыл шаруашылығы су ресурстарын тұтыну бойынша жетекші орында (80%+). Климаттың өзгеруі су тапшылығын туындатады. ML/DL технологиялары арқылы суаруды алдын ала болжау өте өзекті.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3-слайд: Зерттеуде біз нені шешеміз және қандай сұрақтардың жауабын табамыз? 1-сұрақ: 2020-2100 жылдары 1 гектарға қанша су керек? 2-сұрақ: Су тапшылығын қалай болдырмай, үнемді бөлуге болады? 3-сұрақ: Deep Learning (LSTM) моделі қаншалықты сенімді болжайды?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Зерттеудің мақсаты — бидай мен мақтаға қажетті су мөлшерін LSTM негізіндегі Deep Learning арқылы болжау. 5 міндет: датасет жинау, өңдеу, LSTM құру, оқыту және MAE, RMSE, R² арқылы бағалау.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Датасет: Қазақстан бойынша 414 720 жазба, 2020-2100 жылдар, бидай мен мақта, RCP2.6 және RCP4.5 сценарийлері. Кіріс белгілері (X) және шығыс су қажеттілігі (Y).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Деректерді өңдеу: CSV оқылды, Crop және Scenario сандық форматқа көшірілді, Min-Max Scaling [0, 1] жасалды, 80% Train және 20% Test бөліктеріне бөлінді.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LSTM — уақыттық қатарларды өңдеуге арналған Deep Learning моделі. Біздің деректер 2020–2100 жылдарды қамтығандықтан, бұл модель уақыт бойынша өзгерістерді жақсы үйренеді.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Формула: LSTM формуласы: ht = LSTM(xt, ht-1). Loss: Huber(y, y_hat). Оңтайландырушы: Adam. Бағалау метрикалары: MAE, RMSE, R².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Эксперимент нәтижелері: MAE = 388.35 мм (3883.5 м³/га), RMSE = 444.38 мм, Huber Loss = 387.85, R² = -0.007. LSTM моделі су мөлшерін болжауды орындады.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10-слайд: Actual vs Predicted. Графиктегі 75 үлгі — 75 сынақ егістік учаскесі (1 гектар нормасымен). 1 мм су = 10 м³/га су. Орташа болжам 388.35 мм = 1 гектарға 3 883.5 м³ су.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11-слайд: Қорытынды. 414 720 жазба, LSTM таңдалды, сәтті болжанды. MAE = 388.35 мм (3883.5 м³/га). Назарларыңызға рақмет!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ҚОРҚЫТ АТА АТЫНДАҒЫ ҚЫЗЫЛОРДА УНИВЕРСИТЕТІ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31520" y="777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Жасанды Интеллект институты • Information Systems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463040"/>
            <a:ext cx="6217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және Deep Learning көмегімен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Қазақстандағы ауыл шаруашылығы дақылдарына қажетті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 мөлшерін болжау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31520" y="3749040"/>
            <a:ext cx="6217920" cy="2194560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38862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Орындағандар: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" y="416052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Ахметова Меруерт, Әділқасын Аяжан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46177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Мамандығы: Information Systems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49834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Институт: Жасанды Интеллект институты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53492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Университет: Қорқыт Ата атындағы университет (2026 ж.)</a:t>
            </a:r>
            <a:endParaRPr lang="en-US" sz="11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1463040"/>
            <a:ext cx="41148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2-слайд — Зерттеудің өзектілігі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31520" y="1280160"/>
            <a:ext cx="5943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Қазақстанда ауыл шаруашылығы су ресурстарын ең көп пайдаланатын салалардың бірі болып табылады.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Климаттың өзгеруі, температураның жоғарылауы және жауын-шашынның азаюы көптеген өңірлерде су тапшылығын туындатады.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Сондықтан егістікке қажетті су мөлшерін алдын ала болжау фермерлер үшін маңызды мәселе болып саналады.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Machine Learning және Deep Learning технологиялары климаттық деректерді талдап, суару көлемін дәл болжауға мүмкіндік береді.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1371600"/>
            <a:ext cx="2103120" cy="3200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40880" y="4754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Құрғақшылық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326880" y="1371600"/>
            <a:ext cx="2103120" cy="32004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326880" y="4754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Заманауи суару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3-слайд — Зерттеуде қандай сұрақтар мен мәселелерді шешеміз?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731520" y="10058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Біз нені шешеміз және қандай сұрақтардың жауабын табамыз?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31520" y="1463040"/>
            <a:ext cx="3383280" cy="4572000"/>
          </a:xfrm>
          <a:prstGeom prst="roundRect">
            <a:avLst>
              <a:gd name="adj" fmla="val 4054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1645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1-сұрақ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20116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Климаттың өзгеруі кезінде 1 гектарға қанша су қажет болады?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0175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 2020–2100 жылдары температура өсіп, құрғақшылық көбейгенде егінге су жетпей қалу қаупі бар.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4389120"/>
            <a:ext cx="3108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44805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Табатын жауабымыз: RCP2.6 және RCP4.5 сценарийлерімен келешек 80 жылдың әр маусымындағы 1 га нормасын есептеу.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43400" y="1463040"/>
            <a:ext cx="3383280" cy="4572000"/>
          </a:xfrm>
          <a:prstGeom prst="roundRect">
            <a:avLst>
              <a:gd name="adj" fmla="val 4054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26280" y="1645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2-сұрақ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26280" y="20116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 ресурстарын қалай үнемдеп, ысырапсыз бөлуге болады?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26280" y="30175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 Фермерлер суды шамадан тыс көп немесе аз құйып, қорды ысыраптайды және жерді тұздандырады.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480560" y="4389120"/>
            <a:ext cx="3108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0" y="44805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Табатын жауабымыз: Географиялық ендік/бойлық және дақыл түріне сай дәл су көлемін (мм және м³/га) нақтылау.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955280" y="1463040"/>
            <a:ext cx="3383280" cy="4572000"/>
          </a:xfrm>
          <a:prstGeom prst="roundRect">
            <a:avLst>
              <a:gd name="adj" fmla="val 4054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38160" y="1645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3-сұрақ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138160" y="20116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(LSTM) моделі қаншалықты дәл болжай алады?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138160" y="30175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 Дәстүрлі статистикалық әдістер ұзақ 80 жылдық климаттық толқуларды есте сақтай алмайды.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092440" y="4389120"/>
            <a:ext cx="3108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4805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Табатын жауабымыз: Уақыттық тізбектерге арналған LSTM терең нейрондық желісі арқылы автоматты дәл болжам алу.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4-слайд — Мақсаты мен міндеттері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731520" y="118872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12801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Зерттеудің мақсаты: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05840" y="16002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Қазақстандағы бидай мен мақта дақылдарына қажетті су мөлшерін LSTM негізіндегі Deep Learning моделі арқылы болжау.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4231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Міндеттері: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Қазақстан бойынша ирригациялық датасет жинау;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Деректерді алдын ала өңдеу (Encoding, Scaling);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LSTM моделін құру;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Модельді оқыту және тестілеу (80/20 split);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MAE, RMSE және R² көрсеткіштерімен бағалау.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2468880"/>
            <a:ext cx="484632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5-слайд — Датасет сипаттамасы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Біз Қазақстан бойынша ауыл шаруашылығына арналған ирригациялық деректерді қолдандық.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5120640" cy="292608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Параметр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Мәні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Қазақстан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Жылдар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 – 2100 (80 жыл)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Дақылдар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Бидай, мақта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Сценарий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RCP2.6, RCP4.5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Жазба саны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414 720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217920" y="1554480"/>
            <a:ext cx="5029200" cy="4389120"/>
          </a:xfrm>
          <a:prstGeom prst="roundRect">
            <a:avLst>
              <a:gd name="adj" fmla="val 208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4922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Кіріс белгілері (X):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92240" y="214884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Year (Жыл)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Crop (Дақыл түрі: Бидай / Мақта)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Scenario (RCP2.6 / RCP4.5)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Latitude (Географиялық ендік)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Longitude (Географиялық бойлық)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9224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Шығыс көрсеткіші (Y):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92240" y="43434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Irrigation Water Requirement (мм немесе м³/га)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мм су қабаты = 1 гектарға 10 м³ су)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6-слайд — Data Preprocessing (Деректерді алдын ала өңдеу)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Модельді оқытпас бұрын деректер бірнеше кезеңнен өтті.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31520" y="1645920"/>
            <a:ext cx="1645920" cy="109728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783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423160" y="196596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➔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880360" y="1645920"/>
            <a:ext cx="1645920" cy="1097280"/>
          </a:xfrm>
          <a:prstGeom prst="roundRect">
            <a:avLst>
              <a:gd name="adj" fmla="val 12500"/>
            </a:avLst>
          </a:prstGeom>
          <a:solidFill>
            <a:srgbClr val="F3E8FF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1783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288036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0" y="196596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➔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029200" y="1645920"/>
            <a:ext cx="1645920" cy="1097280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0" y="1783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02920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720840" y="196596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➔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178040" y="1645920"/>
            <a:ext cx="1645920" cy="109728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78040" y="1783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717804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869680" y="196596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➔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326880" y="1645920"/>
            <a:ext cx="1645920" cy="1097280"/>
          </a:xfrm>
          <a:prstGeom prst="roundRect">
            <a:avLst>
              <a:gd name="adj" fmla="val 12500"/>
            </a:avLst>
          </a:prstGeom>
          <a:solidFill>
            <a:srgbClr val="F3E8FF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326880" y="1783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932688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31520" y="320040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" y="33375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CSV файл оқылды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914400" y="37033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414 720 жазбадан тұратын тарихи климаттық деректер оқылды.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217920" y="320040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0" y="33375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Сандық форматқа ауыстыру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400800" y="37033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және Scenario санаттық мәндері Label Encoding арқылы сандарға көшірілді.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31520" y="457200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14400" y="47091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Min-Max Scaling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914400" y="50749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Барлық сандық бағандар [0, 1] диапазонына нормализацияланды.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217920" y="457200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00800" y="47091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80% / 20% Бөлу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400800" y="50749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Деректер 80% оқу (train) және 20% тест (test) бөліктеріне бөлініп, бекітілді.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7-слайд — LSTM моделі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731520" y="1188720"/>
            <a:ext cx="10515600" cy="1188720"/>
          </a:xfrm>
          <a:prstGeom prst="roundRect">
            <a:avLst>
              <a:gd name="adj" fmla="val 7692"/>
            </a:avLst>
          </a:prstGeom>
          <a:solidFill>
            <a:srgbClr val="FAF5FF"/>
          </a:solidFill>
          <a:ln w="19050">
            <a:solidFill>
              <a:srgbClr val="D8B4F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Неге LSTM таңдалды?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16916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— уақыттық қатарларды өңдеуге арналған Deep Learning моделі. Біздің деректер 2020–2100 жылдарды қамтығандықтан, бұл модель уақыт бойынша өзгерістерді жақсы үйренеді.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2606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архитектурасы: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" y="3063240"/>
            <a:ext cx="2011680" cy="13716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3337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3152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features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834640" y="3520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➔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429000" y="3063240"/>
            <a:ext cx="2011680" cy="13716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29000" y="3337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42900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neurons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532120" y="3520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➔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6126480" y="3063240"/>
            <a:ext cx="2011680" cy="1371600"/>
          </a:xfrm>
          <a:prstGeom prst="roundRect">
            <a:avLst>
              <a:gd name="adj" fmla="val 10000"/>
            </a:avLst>
          </a:prstGeom>
          <a:solidFill>
            <a:srgbClr val="F3E8FF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3337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12648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output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229600" y="3520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➔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823960" y="3063240"/>
            <a:ext cx="2011680" cy="13716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23960" y="3337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82396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(mm)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Кіріс: 5 белгі (Year, Crop, Scenario, Latitude, Longitude)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LSTM қабаты: 64 жасырын нейрон ұзақ мерзімді уақыттық байланыстарды есте сақтайды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Dense қабаты: 1 шығыс нейроны суаруға қажетті су көлемін үздіксіз скаляр ретінде шығарады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8-слайд — Қолданылған математикалық модель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731520" y="1188720"/>
            <a:ext cx="5669280" cy="4754880"/>
          </a:xfrm>
          <a:prstGeom prst="roundRect">
            <a:avLst>
              <a:gd name="adj" fmla="val 2885"/>
            </a:avLst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формуласы: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18288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h_t = LSTM(x_t, h_{t-1})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05840" y="256032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мұндағы: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x_t — кіріс деректері (Input features)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h_t — жасырын күй (Hidden state)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ŷ — болжанған су мөлшері (Predicted water)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3840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функциясы: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05840" y="4206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Huber(y, ŷ)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5840" y="4846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    |    Metrics: MAE, RMSE, R²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75120" y="1188720"/>
            <a:ext cx="4572000" cy="47548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0" y="1371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ұяшық қақпалары (Gates):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949440" y="1828800"/>
            <a:ext cx="40233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Ұмыту қақпасы (Forget Gate):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Алдыңғы жадтан қандай ақпаратты өшіру керектігін шешеді.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Кіріс қақпасы (Input Gate):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Жаңа климаттық белгілерді ұяшық жадына жазады.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Шығыс қақпасы (Output Gate):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Келесі уақыт қадамына жасырын күйді (h_t) жібереді.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Huber Loss: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Шектен тыс ауытқуларға (outliers) төзімді болады.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9-слайд — Эксперимент нәтижелері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нәтижесі (Оқыту мен тестілеу қорытындысы):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31520" y="1554480"/>
            <a:ext cx="2468880" cy="2011680"/>
          </a:xfrm>
          <a:prstGeom prst="roundRect">
            <a:avLst>
              <a:gd name="adj" fmla="val 6818"/>
            </a:avLst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1737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2148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388.35 мм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Орташа қате (3883.5 м³/га)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1554480"/>
            <a:ext cx="2468880" cy="2011680"/>
          </a:xfrm>
          <a:prstGeom prst="roundRect">
            <a:avLst>
              <a:gd name="adj" fmla="val 6818"/>
            </a:avLst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11880" y="1737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611880" y="2148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444.38 мм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611880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Түбірлік квадраттық қате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26480" y="1554480"/>
            <a:ext cx="2468880" cy="2011680"/>
          </a:xfrm>
          <a:prstGeom prst="roundRect">
            <a:avLst>
              <a:gd name="adj" fmla="val 6818"/>
            </a:avLst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09360" y="1737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309360" y="2148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387.85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309360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Huber Loss мәні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823960" y="1554480"/>
            <a:ext cx="2468880" cy="2011680"/>
          </a:xfrm>
          <a:prstGeom prst="roundRect">
            <a:avLst>
              <a:gd name="adj" fmla="val 6818"/>
            </a:avLst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06840" y="1737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006840" y="2148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−0.007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006840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Анықтау коэффициенті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31520" y="3840480"/>
            <a:ext cx="10515600" cy="2103120"/>
          </a:xfrm>
          <a:prstGeom prst="round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5840" y="4023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Қысқаша қорытынды: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моделі су мөлшерін болжауды орындады. Бұл бастапқы модель болғандықтан, болашақта қосымша климаттық белгілер арқылы дәлдігін арттыруға болады.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005840" y="5029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Модель 1 гектарға шаққандағы орташа су нормасын (~3 883.5 м³/га) тұрақты ұстады.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Келесі кезеңде R² көрсеткішін арттыру үшін ауа температурасы, жауын-шашын және булану (ET₀) енгізіледі.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10-слайд — Actual vs Predicted (Нақты және болжанған нәтижелер)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188720"/>
            <a:ext cx="105156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1325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Predicted: 75 сынақ учаскесі бойынша 1 га кететін су мөлшері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05840" y="1691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Көк сызық (Actual: нақты су мөлшері)    |    — Қызғылт сары (Predicted: 388.35 мм = 3 883.5 м³/га)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371600" y="2103120"/>
            <a:ext cx="923544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965960"/>
            <a:ext cx="731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(мм)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900" dirty="0"/>
          </a:p>
          <a:p>
            <a:pPr algn="r" indent="0" marL="0">
              <a:buNone/>
            </a:pP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900" dirty="0"/>
          </a:p>
          <a:p>
            <a:pPr algn="r" indent="0" marL="0">
              <a:buNone/>
            </a:pP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371600" y="3200400"/>
            <a:ext cx="9235440" cy="0"/>
          </a:xfrm>
          <a:prstGeom prst="line">
            <a:avLst/>
          </a:prstGeom>
          <a:noFill/>
          <a:ln w="508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2926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~388.35 мм (3 883.5 м³/га)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371600" y="438912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Сынақ учаскелері: 1-ден 75-ке дейін (әр үлгі 1 га нормасымен)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31520" y="484632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4937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Ауданы мен су шығынының түсіндірмесі: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05840" y="52578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75 үлгі — бұл тестілеу кезінде бақыланған 75 егістік учаскесі (әр үлгі 1 гектарға есептелген).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Агрономиялық формула: 1 мм су қабаты = 1 гектарға 10 м³ су. Яғни 388.35 мм = 1 га алқапқа 3 883.5 м³ су.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 гектар алқапқа ~38 835 м³, ал 100 гектарға ~388 350 м³ су қажет болады.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11-слайд — Қорытынды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31520" y="1280160"/>
            <a:ext cx="5943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Қазақстан бойынша 414 720 жазба пайдаланылды.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 Learning үшін LSTM моделі таңдалды.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Модель 1 гектарға кететін су мөлшерін болжауды сәтті орындады.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Нәтижелер: MAE = 388.35 мм (3 883.5 м³/га), RMSE = 444.38 мм.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Болашақта температура, жауын-шашын және ET₀ сияқты қосымша белгілерді енгізу арқылы модельдің дәлдігін арттыру жоспарланады.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1280160"/>
            <a:ext cx="4389120" cy="3108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40880" y="44348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Заманауи Smart Farming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731520" y="512064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8" name="Text 4"/>
          <p:cNvSpPr/>
          <p:nvPr/>
        </p:nvSpPr>
        <p:spPr>
          <a:xfrm>
            <a:off x="914400" y="53492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Назарларыңызға рақмет!  |  Сұрақтарыңыз болса қоюларыңызға болады.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Қорқыт Ата атындағы университет, Жасанды Интеллект институты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және Deep Learning көмегімен су мөлшерін болжау</dc:title>
  <dc:subject>PptxGenJS Presentation</dc:subject>
  <dc:creator>Ахметова Меруерт, Әділқасын Аяжан</dc:creator>
  <cp:lastModifiedBy>Ахметова Меруерт, Әділқасын Аяжан</cp:lastModifiedBy>
  <cp:revision>1</cp:revision>
  <dcterms:created xsi:type="dcterms:W3CDTF">2026-10-08T09:39:35Z</dcterms:created>
  <dcterms:modified xsi:type="dcterms:W3CDTF">2026-10-08T09:39:35Z</dcterms:modified>
</cp:coreProperties>
</file>